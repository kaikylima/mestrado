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66" r:id="rId15"/>
    <p:sldId id="270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142430-1172-4D6F-8E96-392A375B515B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064129-C9DC-4624-B4B0-6CF3B6E00D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9569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BFC7AD-A9FD-5E2C-4090-ECDC974B6E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75D1C9-15F6-202F-AD86-2AAF2EABD4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D4BECE-17FC-D3B3-0F6C-C32952202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F9D95-7210-4DF6-9898-11BDBB9C4333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021544-B63B-45A9-1B35-8C810D10B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3BFAB7-C153-C143-8D75-CA7AF7CF6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D5F33-B731-4A93-A6D1-0AFB536C8C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6668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4CBA2-250A-2C6E-3F99-A63EB2665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3DCF59-161C-FC4A-C190-7CE86424E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5AC003-910E-171A-624A-2F15A8D09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F9D95-7210-4DF6-9898-11BDBB9C4333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873D9F-6169-9D43-B81B-25A4F1442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34A00B-35EF-8C1C-F43D-40FAB2413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D5F33-B731-4A93-A6D1-0AFB536C8C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4328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D353B1-E656-C8B5-33C6-EBFB8278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F159B9E-B9CD-888F-BFD3-20C8A9CE5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07BAF9-CF35-53AB-6C5E-B98ED26BC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F9D95-7210-4DF6-9898-11BDBB9C4333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1EBF6B-A166-1C4E-175E-12CE2A43E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4CA98A-E57A-0AC3-D087-209B64BB9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D5F33-B731-4A93-A6D1-0AFB536C8C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2562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3F83E0-726A-CF0F-8F0D-466EF88E2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BE863D-1852-CCEF-C94A-8F2EA08DDF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7A03CBA-D140-F23D-35B3-6F97BCFDD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B89C4F9-6845-429E-B743-8E8BA79B4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F9D95-7210-4DF6-9898-11BDBB9C4333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788BD62-3297-7B63-1F0E-A23A41465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8A2688A-1B0C-F17E-71E2-38B7FF047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D5F33-B731-4A93-A6D1-0AFB536C8C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8462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EC4809-68DA-95A7-642D-0F7639BCE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499A0EF-4970-1CBB-CC1D-085A75AA5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11E49-CE19-5C5A-1740-C4529B1EE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872766E-22C8-B4A6-266E-1034B413E9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F8D511E-B25C-9950-D328-ED52A02675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DC16B77-88CC-AFCA-8B3F-5C2FD25A3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F9D95-7210-4DF6-9898-11BDBB9C4333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F2D9369-AF47-C9EA-9DB3-6F66E1E51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8FCB386-D387-2B4B-8C6F-5B739EA16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D5F33-B731-4A93-A6D1-0AFB536C8C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9449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0A4D0-CF0F-60E1-C259-8C0DA748A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63E37E1-5A7C-6D1F-877A-15B12BFC8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F9D95-7210-4DF6-9898-11BDBB9C4333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9CBE6BC-80B8-1F37-17D0-B984B03B1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593D71C-9EED-2014-D99D-9ED071B1E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D5F33-B731-4A93-A6D1-0AFB536C8C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199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6FCB41F-C4E7-AADD-F24A-0939B3F39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F9D95-7210-4DF6-9898-11BDBB9C4333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1AD11E1-22A8-A8B9-499E-16A9E9F28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21030A5-A2A8-FBBD-1A8F-86ED41895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D5F33-B731-4A93-A6D1-0AFB536C8C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3032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22BBC7-03EC-ABC7-B0BC-4C8A5B429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04E3D6-25E5-BAF9-512C-6D09586BA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9E49461-0F9B-53AB-F6A7-EFD839224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1C09D75-1BFA-33DE-4BA0-0C7075AAF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F9D95-7210-4DF6-9898-11BDBB9C4333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D17B3DB-6433-2084-751A-48C6E8247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670BE0-8C81-40C9-1282-647F2A52F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D5F33-B731-4A93-A6D1-0AFB536C8C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1087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4A17BE-D911-5697-2A50-769190B9C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9478C8A-B7C4-ADFC-8560-B27F2AD84C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F8C1159-C1FC-D5CD-7A8F-191E9D29A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AB0E1DD-4407-09FF-52A1-8AB2E27FB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F9D95-7210-4DF6-9898-11BDBB9C4333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0FD9B60-ADFD-3887-08A8-30C44427F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F708242-E057-891B-5729-54E3906B1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D5F33-B731-4A93-A6D1-0AFB536C8C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1553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5468D2-62D5-1477-DEF8-95D98F8EE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32D35FE-8F9D-AFD6-B7D4-9B4084337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1B1AF6-65C2-2ADC-69D7-F050B0377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F9D95-7210-4DF6-9898-11BDBB9C4333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9633BC-DD54-AC7D-515D-2B16FF12A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D63558-98D2-4057-A48B-3CF78C2D9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D5F33-B731-4A93-A6D1-0AFB536C8C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0360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A1EAC10-1399-3E2A-80FA-1D05F6607B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4AB5916-A9F9-97C7-A664-7FF5797502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88CB02-E1A7-C784-21B2-464794306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F9D95-7210-4DF6-9898-11BDBB9C4333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C7BB54-00F7-E26D-3551-09D9ACEC6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B4AC48-76A1-CA98-28A2-CD4A3DE8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D5F33-B731-4A93-A6D1-0AFB536C8C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3920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45F8EDC-D977-238F-FC32-D047F3900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DA3121F-7CF5-641E-61DD-5137C9DEF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A6E48E-641C-12AF-CCCF-66F8A3FC61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EF9D95-7210-4DF6-9898-11BDBB9C4333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350B0C-2752-DE5D-427D-34E22D4FAA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A77057-DA31-9DAF-7CB4-349F4D61A9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9D5F33-B731-4A93-A6D1-0AFB536C8C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0945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6D2DF2-1054-169A-33E0-88E7CC2DC1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55493"/>
            <a:ext cx="9144000" cy="2387600"/>
          </a:xfrm>
        </p:spPr>
        <p:txBody>
          <a:bodyPr>
            <a:normAutofit/>
          </a:bodyPr>
          <a:lstStyle/>
          <a:p>
            <a:r>
              <a:rPr lang="pt-BR" dirty="0"/>
              <a:t>Análise Exploratória de Dados do </a:t>
            </a:r>
            <a:r>
              <a:rPr lang="pt-BR" dirty="0" err="1"/>
              <a:t>Airbnb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EA46C3A-1CF1-BDF1-84BF-E85271E694B9}"/>
              </a:ext>
            </a:extLst>
          </p:cNvPr>
          <p:cNvSpPr txBox="1"/>
          <p:nvPr/>
        </p:nvSpPr>
        <p:spPr>
          <a:xfrm>
            <a:off x="1835422" y="3429000"/>
            <a:ext cx="85211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i="1" dirty="0"/>
              <a:t>Como o preço e a demanda se comportam no Rio de Janeiro</a:t>
            </a:r>
            <a:endParaRPr lang="pt-BR" sz="2400" dirty="0"/>
          </a:p>
          <a:p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2C05DD7-E16C-6A98-CBDB-EDFC966EEDED}"/>
              </a:ext>
            </a:extLst>
          </p:cNvPr>
          <p:cNvSpPr txBox="1"/>
          <p:nvPr/>
        </p:nvSpPr>
        <p:spPr>
          <a:xfrm>
            <a:off x="5060682" y="5656124"/>
            <a:ext cx="20706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Kaiky S. Lima</a:t>
            </a:r>
          </a:p>
          <a:p>
            <a:r>
              <a:rPr lang="pt-BR" dirty="0"/>
              <a:t>RA: 2864568</a:t>
            </a:r>
          </a:p>
          <a:p>
            <a:r>
              <a:rPr lang="pt-BR" dirty="0"/>
              <a:t>Prof. Eduardo Pena</a:t>
            </a:r>
          </a:p>
        </p:txBody>
      </p:sp>
    </p:spTree>
    <p:extLst>
      <p:ext uri="{BB962C8B-B14F-4D97-AF65-F5344CB8AC3E}">
        <p14:creationId xmlns:p14="http://schemas.microsoft.com/office/powerpoint/2010/main" val="3258860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5E0C61-B02E-D218-0FB6-A2144B6C7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C3EC55-88F5-EE33-6372-21117CAAE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Analisar quais fatores influenciam o preço e a demanda</a:t>
            </a:r>
            <a:br>
              <a:rPr lang="pt-BR" dirty="0"/>
            </a:br>
            <a:r>
              <a:rPr lang="pt-BR" dirty="0"/>
              <a:t>dos anúncios do </a:t>
            </a:r>
            <a:r>
              <a:rPr lang="pt-BR" dirty="0" err="1"/>
              <a:t>Airbnb</a:t>
            </a:r>
            <a:r>
              <a:rPr lang="pt-BR" dirty="0"/>
              <a:t> no Rio de Janeiro.</a:t>
            </a:r>
          </a:p>
          <a:p>
            <a:endParaRPr lang="pt-BR" dirty="0"/>
          </a:p>
          <a:p>
            <a:r>
              <a:rPr lang="pt-BR" dirty="0"/>
              <a:t>Pergunta:</a:t>
            </a:r>
            <a:br>
              <a:rPr lang="pt-BR" dirty="0"/>
            </a:br>
            <a:r>
              <a:rPr lang="pt-BR" dirty="0"/>
              <a:t>O que impacta o valor das diárias e a procura pelos imóveis?</a:t>
            </a:r>
          </a:p>
        </p:txBody>
      </p:sp>
    </p:spTree>
    <p:extLst>
      <p:ext uri="{BB962C8B-B14F-4D97-AF65-F5344CB8AC3E}">
        <p14:creationId xmlns:p14="http://schemas.microsoft.com/office/powerpoint/2010/main" val="3633018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2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DAAE4E7-4190-64D1-4F3C-BC6B278B7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Base de dados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C61FB83-D72B-23A7-500C-02BDFD05E266}"/>
              </a:ext>
            </a:extLst>
          </p:cNvPr>
          <p:cNvSpPr txBox="1"/>
          <p:nvPr/>
        </p:nvSpPr>
        <p:spPr>
          <a:xfrm>
            <a:off x="640080" y="2706624"/>
            <a:ext cx="6894576" cy="3483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Principais variáveis: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- Preço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- Tipo de acomodação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- Bairro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- Número de reviews (proxy de demanda)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- Amenidades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706EC6D-4E10-8651-7B48-A1DF05B10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656" y="4448556"/>
            <a:ext cx="3038620" cy="2000676"/>
          </a:xfrm>
          <a:prstGeom prst="rect">
            <a:avLst/>
          </a:prstGeom>
        </p:spPr>
      </p:pic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6BFD5CB-3841-9530-4BC1-796FF2B008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761493" y="383549"/>
            <a:ext cx="6234825" cy="374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899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D13F6B-4C88-3473-D2A9-67B0944A4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tratamentos: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0911763-2FF6-09D5-0312-1A17E8CDB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- Conversão da coluna </a:t>
            </a:r>
            <a:r>
              <a:rPr lang="pt-BR" dirty="0" err="1"/>
              <a:t>price</a:t>
            </a:r>
            <a:r>
              <a:rPr lang="pt-BR" dirty="0"/>
              <a:t> para numérico</a:t>
            </a:r>
          </a:p>
          <a:p>
            <a:r>
              <a:rPr lang="pt-BR" dirty="0"/>
              <a:t>- Criação de variáveis de amenidades (binárias)</a:t>
            </a:r>
          </a:p>
          <a:p>
            <a:r>
              <a:rPr lang="pt-BR" dirty="0"/>
              <a:t>- Definição de proxy de demanda (</a:t>
            </a:r>
            <a:r>
              <a:rPr lang="pt-BR" dirty="0" err="1"/>
              <a:t>number_of_reviews</a:t>
            </a:r>
            <a:r>
              <a:rPr lang="pt-B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52287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8279500-FAEF-7682-40E8-9001263AAB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7982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714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C8805222-1426-4D58-8C2C-B7B63E53E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043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2F7E2E4C-2531-9108-3826-E437C02C5A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832" y="0"/>
            <a:ext cx="11660335" cy="545190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768B366-BF57-A6B6-37A2-AD8AC2C17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51906"/>
            <a:ext cx="12192000" cy="1406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448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ED787BB-3B2E-87B1-8B47-B767152FA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224044"/>
            <a:ext cx="12192000" cy="452692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BA4A75C-439D-86BF-F28D-1075C7E52786}"/>
              </a:ext>
            </a:extLst>
          </p:cNvPr>
          <p:cNvSpPr txBox="1"/>
          <p:nvPr/>
        </p:nvSpPr>
        <p:spPr>
          <a:xfrm>
            <a:off x="4590907" y="-37566"/>
            <a:ext cx="30101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Preços por bairros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115CC9E-D155-C7EF-93D6-603E86030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5433391"/>
            <a:ext cx="12192000" cy="1424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926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549648-8BF2-6026-40BC-EC253F0FB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Identificação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outl</a:t>
            </a:r>
            <a:r>
              <a:rPr lang="en-US" sz="3600" dirty="0">
                <a:solidFill>
                  <a:srgbClr val="FFFFFF"/>
                </a:solidFill>
              </a:rPr>
              <a:t>iers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FA3824B-49C0-3B97-AFA4-4463C355DA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62777" y="643466"/>
            <a:ext cx="6609777" cy="5568739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912B23E4-68B0-26D0-42C8-C96FC42C1236}"/>
              </a:ext>
            </a:extLst>
          </p:cNvPr>
          <p:cNvSpPr/>
          <p:nvPr/>
        </p:nvSpPr>
        <p:spPr>
          <a:xfrm>
            <a:off x="4976191" y="4664765"/>
            <a:ext cx="5453270" cy="243004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7814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214C6C6C-E025-2062-C870-824D6D894F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560008"/>
            <a:ext cx="12105480" cy="447902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87FD3D5-68CA-CC41-15D9-5440573E2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53271"/>
            <a:ext cx="12192000" cy="1404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469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D8721E08-16DC-AD07-26C2-E9FADE654A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7986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208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E8ADDBF4-5955-CF77-5296-13B45FD203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7538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114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5E8E5808-7D6C-F6FF-4BEB-A0A9C7308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6F88D9DA-624F-3E5A-33CB-AC7721F43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1778" y="0"/>
            <a:ext cx="123522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932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3BA204-F5E0-BE8B-5190-5CD1A601B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D5B0CD-8057-1108-1DA5-159DCA04D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- Mais amenidades → maior preço </a:t>
            </a:r>
          </a:p>
          <a:p>
            <a:r>
              <a:rPr lang="pt-BR" dirty="0"/>
              <a:t>- Bairro influencia preço </a:t>
            </a:r>
          </a:p>
          <a:p>
            <a:r>
              <a:rPr lang="pt-BR" dirty="0"/>
              <a:t>- </a:t>
            </a:r>
            <a:r>
              <a:rPr lang="pt-BR" dirty="0" err="1"/>
              <a:t>Superhosts</a:t>
            </a:r>
            <a:r>
              <a:rPr lang="pt-BR" dirty="0"/>
              <a:t> têm maior demanda e melhores alojamentos </a:t>
            </a:r>
          </a:p>
        </p:txBody>
      </p:sp>
    </p:spTree>
    <p:extLst>
      <p:ext uri="{BB962C8B-B14F-4D97-AF65-F5344CB8AC3E}">
        <p14:creationId xmlns:p14="http://schemas.microsoft.com/office/powerpoint/2010/main" val="989817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4EC6E3-8E68-728C-EEA8-DE707DB86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1" y="95760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Conclusão:</a:t>
            </a:r>
          </a:p>
          <a:p>
            <a:pPr lvl="1"/>
            <a:r>
              <a:rPr lang="pt-BR" dirty="0"/>
              <a:t>Preço depende de localização, tipo e amenidades</a:t>
            </a:r>
          </a:p>
          <a:p>
            <a:pPr lvl="1"/>
            <a:r>
              <a:rPr lang="pt-BR" dirty="0"/>
              <a:t>Imóveis mais baratos têm maior procura</a:t>
            </a:r>
          </a:p>
          <a:p>
            <a:pPr lvl="1"/>
            <a:r>
              <a:rPr lang="pt-BR" dirty="0" err="1"/>
              <a:t>Superhosts</a:t>
            </a:r>
            <a:r>
              <a:rPr lang="pt-BR" dirty="0"/>
              <a:t> apresentam maior desempenho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Limitação:</a:t>
            </a:r>
          </a:p>
          <a:p>
            <a:pPr lvl="1"/>
            <a:r>
              <a:rPr lang="pt-BR" dirty="0"/>
              <a:t>Uso de reviews como proxy de demanda</a:t>
            </a:r>
          </a:p>
          <a:p>
            <a:pPr lvl="1"/>
            <a:r>
              <a:rPr lang="pt-BR" dirty="0"/>
              <a:t>Outliers</a:t>
            </a:r>
          </a:p>
        </p:txBody>
      </p:sp>
    </p:spTree>
    <p:extLst>
      <p:ext uri="{BB962C8B-B14F-4D97-AF65-F5344CB8AC3E}">
        <p14:creationId xmlns:p14="http://schemas.microsoft.com/office/powerpoint/2010/main" val="17345566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178</Words>
  <Application>Microsoft Office PowerPoint</Application>
  <PresentationFormat>Widescreen</PresentationFormat>
  <Paragraphs>34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Tema do Office</vt:lpstr>
      <vt:lpstr>Análise Exploratória de Dados do Airbnb</vt:lpstr>
      <vt:lpstr>Objetivo</vt:lpstr>
      <vt:lpstr>Base de dados</vt:lpstr>
      <vt:lpstr>Principais tratamentos:</vt:lpstr>
      <vt:lpstr>Apresentação do PowerPoint</vt:lpstr>
      <vt:lpstr>Apresentação do PowerPoint</vt:lpstr>
      <vt:lpstr>Apresentação do PowerPoint</vt:lpstr>
      <vt:lpstr>Apresentação do PowerPoint</vt:lpstr>
      <vt:lpstr>Identificação de outliers</vt:lpstr>
      <vt:lpstr>Apresentação do PowerPoint</vt:lpstr>
      <vt:lpstr>Apresentação do PowerPoint</vt:lpstr>
      <vt:lpstr>Apresentação do PowerPoint</vt:lpstr>
      <vt:lpstr>Apresentação do PowerPoint</vt:lpstr>
      <vt:lpstr>Resultados: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Kaiky de Souza Lima</dc:creator>
  <cp:lastModifiedBy>Kaiky de Souza Lima</cp:lastModifiedBy>
  <cp:revision>1</cp:revision>
  <dcterms:created xsi:type="dcterms:W3CDTF">2026-04-09T13:04:15Z</dcterms:created>
  <dcterms:modified xsi:type="dcterms:W3CDTF">2026-04-09T13:59:35Z</dcterms:modified>
</cp:coreProperties>
</file>